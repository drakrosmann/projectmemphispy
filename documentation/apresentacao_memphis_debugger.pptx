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Abertura.
Bom dia/boa tarde. Vou apresentar a refatoração do Graphical Debugger do Memphis-V, que era uma aplicação Java e agora está sendo reescrita em Python com PySide6, que é o Qt para Python.
Esta é a primeira versão alpha, a v0.1.0: boa parte do sistema já funciona, mas ainda não está tudo portado — no final eu mostro exatamente o que falta.
A imagem à direita já é o sistema novo: é a grade de roteadores de um MPSoC 3 por 3 no meio de uma simulação; as setas vermelhas são o caminho de um pacote.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[~1,5 min] Contexto.
O Memphis-V é um framework do grupo GAPH, da PUCRS, para simular MPSoCs — chips com vários processadores que conversam por uma rede-em-chip, a NoC.
Quando uma simulação roda, ela grava arquivos de depuração: a configuração da plataforma, a lista de serviços e, principalmente, o traffic_router.txt, que registra cada pacote passando por cada roteador.
O Graphical Debugger lê esses arquivos e permite "assistir" à simulação: ver o caminho dos pacotes, o uso dos enlaces, onde cada tarefa está rodando e as mensagens trocadas.
Durante a apresentação vou usar o cenário de exemplo do repositório: 9 processadores em malha 3x3, 3.101 pacotes e 11 tarefas em 4 aplicações.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Motivação (são os objetivos que estão no README).
Primeiro, modernizar a interface: o Qt 6 tem componentes nativos, de alta performance, e com ele foi fácil incluir coisas como o modo escuro.
Segundo, manutenção: o código Java tinha muita coisa gerada pelo editor de telas do NetBeans e lógica misturada com interface. Em Python o código ficou mais curto e separado em módulos.
Terceiro, execução: não depende mais da JVM. Dá para rodar com "uv run main.py" ou distribuir um executável pronto, que é o que está na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Arquitetura — aqui vale explicar com calma, porque é a base de tudo.
À esquerda estão os arquivos que o Memphis-V grava na pasta debug do cenário.
O MPSoCConfig lê o platform.cfg e o services.cfg: tamanho da malha, clock, nomes das tarefas e códigos dos serviços.
O ReadTrafficData lê o traffic_router.txt sob demanda — ele não carrega o arquivo inteiro; lê conforme a simulação avança e guarda o que já leu, para poder voltar no tempo sem reler.
O MPSoCInformation é o coração: guarda o estado de cada roteador, de cada porta e os eventos de cada tarefa.
À direita estão os consumidores: o SimulationController controla play, passo e Back To e desenha a grade; as janelas de visão geral e o Message Log leem o mesmo estado e se atualizam sozinhas.
O Deloream é independente: ele lê direto a pasta log, com a saída dos processadores.
Essas classes são equivalentes às do Java (mesmos nomes), o que facilita comparar com o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[~1,5 min] O arquivo de tráfego.
Tudo o que o debugger mostra sai deste arquivo. Cada linha é um pacote registrado em um roteador.
Lendo o exemplo: no tick 62.081, o roteador 0 viu um pacote do serviço 42, que é o TASK_ALLOCATION, com 1.612 flits, ocupando o enlace por 3.863 ciclos; ele entrou pela porta 6, que é a SOUTH do canal alto, e vai para o roteador 1.
Os dois últimos campos, das tarefas de origem e destino, só aparecem em alguns serviços, como MESSAGE_REQUEST e MESSAGE_DELIVERY.
Um detalhe de uso: no File &gt; New Debugging a pessoa escolhe o diretório debug; se faltar algum dos três arquivos, o sistema mostra um erro e não carrega nada, para não abrir um debug pela metade.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Janela principal — se possível, fazer a demonstração ao vivo neste ponto.
(1) No centro fica a grade de roteadores. Cada roteador tem setas para os vizinhos; quando um pacote passa, as setas do caminho ficam vermelhas. Os percentuais mostram quanto de cada enlace foi usado na última janela de tempo.
(2) Embaixo, o Simulation Control: o botão &gt;|| avança um pacote por vez, o &gt; dá play e o STOP para.
(3) O Speed Control ajusta a velocidade e mostra o tempo da simulação em milissegundos e em ticks, como no original.
(4) O Back To volta a simulação para um tempo que já foi simulado.
(5) E a tabela Current Packet mostra o pacote atual: onde está, para onde vai, o serviço e o tamanho.
Na captura, o sistema está em 15 ms de simulação.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O ciclo da simulação.
A cada passo acontecem quatro coisas: (1) o leitor entrega o próximo pacote do arquivo; (2) o pacote é registrado no roteador onde foi capturado — isso atualiza o volume e a banda daquela porta e, se for um pacote de alocação, término ou mensagem, registra um evento da tarefa; (3) o caminho é desenhado: a seta de entrada no roteador e a seta de saída no vizinho de onde o pacote veio; (4) a cada meio milissegundo de tempo simulado, o sistema recalcula o percentual de uso de cada enlace.
Sobre a velocidade: até 98 cada pacote é desenhado; em 99 e 100 entra o modo rápido, que processa lotes de 200 pacotes sem desenhar. O exemplo inteiro, com 3.101 pacotes, termina em poucos segundos.
Uma diferença técnica em relação ao Java: lá era uma thread com sleep mexendo na interface; aqui é um QTimer na thread principal, que é o jeito seguro de atualizar a tela no Qt.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[~1,5 min] Communication Overview (menu Tools).
É um mapa de calor: cada célula é um roteador e mostra a porcentagem do tráfego total que passou por ele até o momento atual da simulação. A cor vai do azul, pouco tráfego, ao vermelho, muito tráfego — a mesma escala do Java.
Dá para filtrar por serviço e escolher entre volume, em flits, ou banda, em ciclos. Com um serviço escolhido, a porcentagem pode ser calculada sobre o tráfego daquele serviço na rede, sobre todo o tráfego da rede ou sobre o tráfego do próprio roteador.
A tabela Statistics mostra o roteador mais usado, o menos usado e a média.
Novidade em relação ao original: no Java essa janela era uma foto tirada ao abrir. Aqui ela acompanha a simulação — atualiza no máximo duas vezes por segundo, para não travar o modo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[~1,5 min] Mais duas janelas do menu Tools.
À esquerda, o Task Mapping Overview: mostra, em cada processador, as tarefas rodando — RUN — ou terminadas — TER — até o tempo atual. Cada aplicação tem uma cor fixa, então dá para ver onde cada aplicação foi mapeada. Há filtros para ver todas, só as rodando ou só as terminadas, esconder o ID numérico, e um botão para congelar a visão enquanto a simulação continua.
À direita, o Message Log: a lista das mensagens na ordem do arquivo. A seta para a direita é um PE enviando uma mensagem; a seta para a esquerda é a mensagem chegando ao destino. No fim do exemplo são 2.755 linhas.
As duas também acompanham a simulação e são recarregadas no Reset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[~1,5 min] Deloream (menu Tools &gt; Deloream).
É uma ferramenta à parte: em vez do tráfego da rede, ela lê a saída de texto de cada processador, que fica na pasta log do cenário.
As tarefas podem imprimir mensagens de depuração marcadas com três cifrões. O formato é: processador, aplicação, tarefa e a mensagem. No exemplo, a tarefa 1 da aplicação 3, rodando no processador 1x1, imprimiu "Inicio da aplicacao prod".
À esquerda fica a árvore de aplicações e tarefas; com duplo clique numa tarefa aparecem todas as mensagens dela, agrupadas por processador — útil quando a tarefa migra de processador.
Correções em relação ao Java: o original apagava os sublinhados das mensagens e o menu Exit fechava o debugger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Melhorias que o original não tinha.
O modo escuro: Edit &gt; Dark Mode ou Ctrl+T. A escolha fica salva e volta na próxima vez que o programa abre. As imagens das setas foram tratadas para ficarem legíveis no fundo escuro.
A abertura do debug é validada: se faltar arquivo, aparece um aviso em vez de carregar pela metade.
As janelas de visão geral acompanham a simulação em tempo real.
E há um executável gerado pelo PyInstaller, que é o que vai na release: quem vai só usar não precisa instalar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[~1,5 min] Bugs do Java corrigidos.
Portar o código linha a linha revelou vários erros do original. Os mais visíveis:
O caminho vermelho dos pacotes nunca era apagado, porque a lista de pacotes em trânsito guardava a origem e comparava com o destino.
A porta WEST 0 era classificada como canal baixo, porque a função testava EAST duas vezes.
O tempo em milissegundos assumia clock de 10 nanossegundos fixo.
O play continuava em loop depois do fim do arquivo.
E no Deloream, as mensagens perdiam os sublinhados e o Exit fechava o debugger todo.
A lista completa, com mais de 15 itens, está na seção 11 do documentation/implementacoes.md.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[~1,5 min] Onde estamos. (A contagem é por item de funcionalidade listado aqui, não por linhas de código.)
Já refatorado: a abertura do debug, toda a simulação — passo, play, velocidade, Back To, reset —, as janelas Communication Overview, Task Mapping, Message Log, Task List e Services List, o Deloream, e os extras: modo escuro e executável.
Ainda falta: o filtro de serviços e PEs do menu Filters; a janela de detalhes que abre ao clicar em um roteador; o Platform Setup; salvar, abrir e apagar projetos; os itens do menu Help; e o build para Windows e macOS — hoje o executável é só de Linux.
Por isso a versão é alpha: dá para usar para acompanhar uma simulação, mas ainda não substitui o original em tudo.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Roteiro das próximas versões.
(1) Primeiro, estabilizar: garantir que todos os módulos estão no repositório e que o CI gera e publica os executáveis de Linux e Windows automaticamente.
(2) Depois, o filtro de serviços e PEs e a janela de detalhes do roteador — o código já tem os ganchos para os dois.
(3) Em seguida, a parte de projetos: Platform Setup e salvar, abrir e apagar projetos.
(4) Com isso, completar o menu Help, testar com mais cenários do Memphis-V e coletar retorno de quem usa, para chegar a uma versão beta.
Tudo o que foi feito está documentado no arquivo implementacoes.md, na pasta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 + perguntas] Encerramento.
Para quem quiser testar: a forma mais simples é baixar o executável da release v0.1.0-alpha, extrair e rodar. Quem for contribuir roda pelo código com o uv.
Para o primeiro teste, usem o DEBUG EXAMPLE.zip do repositório: em File &gt; New Debugging, escolham a pasta debug dentro de example_scenario.
Relatos de bugs e sugestões são bem-vindos nas Issues do GitHub.
Obrigado — fico à disposição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2011680" cy="329184"/>
          </a:xfrm>
          <a:prstGeom prst="rect">
            <a:avLst/>
          </a:prstGeom>
          <a:solidFill>
            <a:srgbClr val="B7DD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v0.1.0-alpha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Memphis-V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Graphical Debugger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7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Refatoração do depurador gráfico de Java para Python + PySide6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de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32120" y="777240"/>
            <a:ext cx="32004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/tmp/claude-1000/-home-gui/9b6dcf81-1503-447e-a604-acb5f0929d8e/scratchpad/deck/shots/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914400"/>
            <a:ext cx="2926080" cy="29260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53212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de um MPSoC 3×3 sendo reproduzido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Memphis-V e o Graphical Debugger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Memphis-V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do GAPH/PUCRS para simular MPSoCs: vários processadores ligados por uma rede-em-chip (NoC).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2E6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Debugger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os arquivos que a simulação grava e reproduz, pacote a pacote, o tráfego na rede, as tarefas em cada processador e as mensagens trocadas.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1206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de exemplo usado nesta apresentação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120640" y="150876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1508760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5087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processadores (malha 3×3)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20640" y="2532888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57800" y="2532888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3.101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532888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pacotes no tráfego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0" y="3557016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3557016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557016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em 4 aplicações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migrar de Java para Python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3154680"/>
          </a:xfrm>
          <a:prstGeom prst="roundRect">
            <a:avLst>
              <a:gd name="adj" fmla="val 3509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731520" cy="731520"/>
          </a:xfrm>
          <a:prstGeom prst="ellipse">
            <a:avLst/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168432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moderna</a:t>
            </a:r>
            <a:endParaRPr lang="en-US" sz="16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260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nativos do Qt 6 (PySide6), tema claro e escuro e janelas que se ajustam ao tamanho da tela.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73552" y="1234440"/>
            <a:ext cx="2606040" cy="3154680"/>
          </a:xfrm>
          <a:prstGeom prst="roundRect">
            <a:avLst>
              <a:gd name="adj" fmla="val 3509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47872" y="1508760"/>
            <a:ext cx="731520" cy="731520"/>
          </a:xfrm>
          <a:prstGeom prst="ellipse">
            <a:avLst/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437" y="168432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02152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Manutenção simples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3502152" y="29260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mais conciso e modular, fácil de ler e de receber contribuições da comunidade.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89904" y="1234440"/>
            <a:ext cx="2606040" cy="3154680"/>
          </a:xfrm>
          <a:prstGeom prst="roundRect">
            <a:avLst>
              <a:gd name="adj" fmla="val 3509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64224" y="1508760"/>
            <a:ext cx="731520" cy="731520"/>
          </a:xfrm>
          <a:prstGeom prst="ellipse">
            <a:avLst/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89" y="168432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18504" y="2423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Execução sem JVM</a:t>
            </a:r>
            <a:endParaRPr lang="en-US" sz="1650" dirty="0"/>
          </a:p>
        </p:txBody>
      </p:sp>
      <p:sp>
        <p:nvSpPr>
          <p:cNvPr id="17" name="Text 12"/>
          <p:cNvSpPr txBox="1"/>
          <p:nvPr/>
        </p:nvSpPr>
        <p:spPr>
          <a:xfrm>
            <a:off x="6318504" y="292608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com Python ou como executável gerado pelo PyInstaller, sem instalar o Java.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Arquitetura: dos arquivos de debug às janelas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051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Diretório debug/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B7DDE8"/>
          </a:solidFill>
          <a:ln w="12700">
            <a:solidFill>
              <a:srgbClr val="B7DD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platform.cfg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malha, clock, tarefas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075688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B7DDE8"/>
          </a:solidFill>
          <a:ln w="12700">
            <a:solidFill>
              <a:srgbClr val="B7DD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07568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services.cfg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dos serviços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779776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B7DDE8"/>
          </a:solidFill>
          <a:ln w="12700">
            <a:solidFill>
              <a:srgbClr val="B7DD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77977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traffic_router.txt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pacote por linha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84048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DDE6EA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8404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log/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dos processadores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06040" y="15544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97480" y="1554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MPSoCConfig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e serviços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06040" y="26974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97480" y="2697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ReadTrafficData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pacotes sob demanda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03120" y="1655064"/>
            <a:ext cx="502920" cy="173736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2103120" y="1965960"/>
            <a:ext cx="502920" cy="393192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2103120" y="3044952"/>
            <a:ext cx="502920" cy="18288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463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4212B"/>
          </a:solidFill>
          <a:ln w="12700">
            <a:solidFill>
              <a:srgbClr val="1421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MPSoCInformation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cada roteador, porta e tarefa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1892808"/>
            <a:ext cx="502920" cy="484632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4343400" y="2651760"/>
            <a:ext cx="502920" cy="393192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040880" y="109728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0" y="10972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SimulationController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play, passo, Back To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40880" y="182880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0" y="18288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de roteadores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e % de uso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40880" y="256032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0" y="2560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e tarefas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040880" y="329184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0" y="32918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Log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entre PEs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040880" y="402336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DDE6EA"/>
          </a:solidFill>
          <a:ln w="12700">
            <a:solidFill>
              <a:srgbClr val="DDE6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0" y="40233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Deloream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$$$ das tarefas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 flipV="1">
            <a:off x="6583680" y="1417320"/>
            <a:ext cx="457200" cy="91440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6583680" y="2103120"/>
            <a:ext cx="457200" cy="36576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583680" y="2606040"/>
            <a:ext cx="457200" cy="22860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583680" y="2697480"/>
            <a:ext cx="457200" cy="86868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103120" y="4123944"/>
            <a:ext cx="4937760" cy="18288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entrada principal: traffic_router.txt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é um pacote passando por um roteador, com campos separados por tabulação: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4212B"/>
          </a:solidFill>
          <a:ln w="12700">
            <a:solidFill>
              <a:srgbClr val="1421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D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62081    0    42    1612    3863    6    1    1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414016"/>
            <a:ext cx="292608" cy="292608"/>
          </a:xfrm>
          <a:prstGeom prst="ellipse">
            <a:avLst/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377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7614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em que o pacote chegou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2032" y="228600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2414016"/>
            <a:ext cx="292608" cy="292608"/>
          </a:xfrm>
          <a:prstGeom prst="ellipse">
            <a:avLst/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51760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44952" y="2377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679192" y="27614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foi capturado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228600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6592" y="2414016"/>
            <a:ext cx="292608" cy="292608"/>
          </a:xfrm>
          <a:prstGeom prst="ellipse">
            <a:avLst/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36592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9784" y="2377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764024" y="27614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42 = TASK_ALLOCATION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11696" y="228600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21424" y="2414016"/>
            <a:ext cx="292608" cy="292608"/>
          </a:xfrm>
          <a:prstGeom prst="ellipse">
            <a:avLst/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21424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214616" y="23774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48856" y="27614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flits de payload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3511296"/>
            <a:ext cx="292608" cy="292608"/>
          </a:xfrm>
          <a:prstGeom prst="ellipse">
            <a:avLst/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6012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38587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ocupando o enlace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42032" y="33832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51760" y="3511296"/>
            <a:ext cx="292608" cy="292608"/>
          </a:xfrm>
          <a:prstGeom prst="ellipse">
            <a:avLst/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651760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044952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2679192" y="38587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(0–9)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26864" y="33832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36592" y="3511296"/>
            <a:ext cx="292608" cy="292608"/>
          </a:xfrm>
          <a:prstGeom prst="ellipse">
            <a:avLst/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3659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129784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4764024" y="38587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 alvo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11696" y="338328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21424" y="3511296"/>
            <a:ext cx="292608" cy="292608"/>
          </a:xfrm>
          <a:prstGeom prst="ellipse">
            <a:avLst/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21424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7214616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848856" y="38587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e destino (opcional)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abrir, o sistema confere se o diretório tem platform.cfg, services.cfg e traffic_router.txt; se faltar algum, avisa e não carrega.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 principal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0624" y="1146429"/>
            <a:ext cx="5650992" cy="355930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1000/-home-gui/9b6dcf81-1503-447e-a604-acb5f0929d8e/scratchpad/deck/shots/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3005"/>
            <a:ext cx="5577840" cy="34861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08960" y="1307306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108960" y="13073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30116" y="4096226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30116" y="40962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280999" y="4096226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80999" y="40962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719036" y="4096226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19036" y="40962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157073" y="4096226"/>
            <a:ext cx="274320" cy="27432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57073" y="40962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09360" y="1133856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09360" y="1133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1097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de roteadores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setas vermelhas = caminho do pacote; % = uso de cada enlace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309360" y="1865376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09360" y="18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720840" y="18288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Control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&gt;|| um pacote, &gt; play, STOP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309360" y="2596896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09360" y="2596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720840" y="25603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Control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e tempo em ms e em ticks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6309360" y="3328416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09360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720840" y="3291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para um tempo já simulado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309360" y="4059936"/>
            <a:ext cx="292608" cy="29260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09360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720840" y="4023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Packet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origem, destino, serviço e tamanho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simulação funciona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0120" y="1188720"/>
            <a:ext cx="822960" cy="822960"/>
          </a:xfrm>
          <a:prstGeom prst="ellipse">
            <a:avLst/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630" y="1386230"/>
            <a:ext cx="427939" cy="42793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1143000"/>
            <a:ext cx="292608" cy="292608"/>
          </a:xfrm>
          <a:prstGeom prst="ellipse">
            <a:avLst/>
          </a:prstGeom>
          <a:solidFill>
            <a:srgbClr val="14212B"/>
          </a:solidFill>
          <a:ln w="12700">
            <a:solidFill>
              <a:srgbClr val="1421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o próximo pacote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ReadTrafficData entrega a próxima linha válida do arquivo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920240" y="1600200"/>
            <a:ext cx="54864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063240" y="1188720"/>
            <a:ext cx="822960" cy="822960"/>
          </a:xfrm>
          <a:prstGeom prst="ellipse">
            <a:avLst/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750" y="1386230"/>
            <a:ext cx="427939" cy="42793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80360" y="1143000"/>
            <a:ext cx="292608" cy="292608"/>
          </a:xfrm>
          <a:prstGeom prst="ellipse">
            <a:avLst/>
          </a:prstGeom>
          <a:solidFill>
            <a:srgbClr val="14212B"/>
          </a:solidFill>
          <a:ln w="12700">
            <a:solidFill>
              <a:srgbClr val="14212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88036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56032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 no roteador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56032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volume e banda da porta e os eventos da tarefa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023360" y="1600200"/>
            <a:ext cx="54864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166360" y="1188720"/>
            <a:ext cx="822960" cy="82296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870" y="1386230"/>
            <a:ext cx="427939" cy="427939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4983480" y="1143000"/>
            <a:ext cx="292608" cy="292608"/>
          </a:xfrm>
          <a:prstGeom prst="ellipse">
            <a:avLst/>
          </a:prstGeom>
          <a:solidFill>
            <a:srgbClr val="14212B"/>
          </a:solidFill>
          <a:ln w="12700">
            <a:solidFill>
              <a:srgbClr val="14212B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98348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66344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Desenha o caminho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466344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 de entrada no roteador e de saída no vizinho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26480" y="1600200"/>
            <a:ext cx="548640" cy="0"/>
          </a:xfrm>
          <a:prstGeom prst="line">
            <a:avLst/>
          </a:prstGeom>
          <a:noFill/>
          <a:ln w="19050">
            <a:solidFill>
              <a:srgbClr val="5B6770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7269480" y="1188720"/>
            <a:ext cx="822960" cy="822960"/>
          </a:xfrm>
          <a:prstGeom prst="ellipse">
            <a:avLst/>
          </a:prstGeom>
          <a:solidFill>
            <a:srgbClr val="2E6F8E"/>
          </a:solidFill>
          <a:ln w="12700">
            <a:solidFill>
              <a:srgbClr val="2E6F8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990" y="1386230"/>
            <a:ext cx="427939" cy="427939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086600" y="1143000"/>
            <a:ext cx="292608" cy="292608"/>
          </a:xfrm>
          <a:prstGeom prst="ellipse">
            <a:avLst/>
          </a:prstGeom>
          <a:solidFill>
            <a:srgbClr val="14212B"/>
          </a:solidFill>
          <a:ln w="12700">
            <a:solidFill>
              <a:srgbClr val="14212B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08660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766560" y="2148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 o uso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6766560" y="2560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0,5 ms simulado, recalcula o % de cada enlace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57200" y="352044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85800" y="3566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1 a 98: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desenha cada pacote; quanto maior, menor a pausa entre eles.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99 e 100: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rápido, 200 pacotes por passo sem desenhar — o exemplo inteiro roda em segundos.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To: </a:t>
            </a:r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zera os roteadores e reprocessa os pacotes já lidos até o tempo pedido.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20624" y="1256386"/>
            <a:ext cx="5193792" cy="3247949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1000/-home-gui/9b6dcf81-1503-447e-a604-acb5f0929d8e/scratchpad/deck/shots/com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2962"/>
            <a:ext cx="5120640" cy="317479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97880" y="1170432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0" y="10972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calor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do tráfego que passou por cada roteador, do azul (0%) ao vermelho (100%)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97880" y="2084832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0" y="20116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serviços ou um só; volume (flits) ou banda (ciclos)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97880" y="2999232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0" y="29260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 cálculo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Global, All traffic ou Router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97880" y="3913632"/>
            <a:ext cx="164592" cy="16459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38404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roteador mais e menos usado e a média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Mapping Overview e Message Log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87281" y="1060704"/>
            <a:ext cx="4586158" cy="3182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1000/-home-gui/9b6dcf81-1503-447e-a604-acb5f0929d8e/scratchpad/deck/shots/task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57" y="1097280"/>
            <a:ext cx="4513006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33571" y="1060704"/>
            <a:ext cx="2580378" cy="31821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1" descr="/tmp/claude-1000/-home-gui/9b6dcf81-1503-447e-a604-acb5f0929d8e/scratchpad/deck/shots/msg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147" y="1097280"/>
            <a:ext cx="2507226" cy="3108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3434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Mapping: </a:t>
            </a:r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rodando (RUN) ou terminadas (TER) em cada PE, uma cor por aplicação; pode congelar a visão.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760720" y="43434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Log: </a:t>
            </a:r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----&gt;&gt;&gt; envio e &lt;&lt;&lt;---- recebimento de cada mensagem.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Deloream: o log de cada tarefa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712464" y="1120140"/>
            <a:ext cx="5010912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D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Image 0" descr="/tmp/claude-1000/-home-gui/9b6dcf81-1503-447e-a604-acb5f0929d8e/scratchpad/deck/shots/delo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1156716"/>
            <a:ext cx="4937760" cy="34015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097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a saída dos processadores (log/log0x0.txt, ...) e filtra as mensagens de depuração que as tarefas imprimem: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3017520" cy="868680"/>
          </a:xfrm>
          <a:prstGeom prst="roundRect">
            <a:avLst>
              <a:gd name="adj" fmla="val 6316"/>
            </a:avLst>
          </a:prstGeom>
          <a:solidFill>
            <a:srgbClr val="14212B"/>
          </a:solidFill>
          <a:ln w="12700">
            <a:solidFill>
              <a:srgbClr val="1421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22402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D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$$$_1x1_3_1_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7D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 da aplicacao prod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processador 1x1 · aplicação 3 · tarefa 1 · mensagem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7033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Duplo clique numa tarefa da árvore mostra as mensagens dela, agrupadas por processador.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Modo escuro e melhorias de uso</a:t>
            </a:r>
            <a:endParaRPr lang="en-US" sz="3000" dirty="0"/>
          </a:p>
        </p:txBody>
      </p:sp>
      <p:pic>
        <p:nvPicPr>
          <p:cNvPr id="3" name="Image 0" descr="/tmp/claude-1000/-home-gui/9b6dcf81-1503-447e-a604-acb5f0929d8e/scratchpad/deck/shots/mai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1590"/>
            <a:ext cx="4937760" cy="30861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0" y="1097280"/>
            <a:ext cx="502920" cy="502920"/>
          </a:xfrm>
          <a:prstGeom prst="ellipse">
            <a:avLst/>
          </a:prstGeom>
          <a:solidFill>
            <a:srgbClr val="B7DDE8"/>
          </a:solidFill>
          <a:ln w="12700">
            <a:solidFill>
              <a:srgbClr val="B7DDE8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701" y="1217981"/>
            <a:ext cx="261518" cy="26151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355080" y="1051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claro/escuro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→ Dark Mode (Ctrl+T), lembrado na próxima vez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715000" y="1965960"/>
            <a:ext cx="502920" cy="502920"/>
          </a:xfrm>
          <a:prstGeom prst="ellipse">
            <a:avLst/>
          </a:prstGeom>
          <a:solidFill>
            <a:srgbClr val="B7DDE8"/>
          </a:solidFill>
          <a:ln w="12700">
            <a:solidFill>
              <a:srgbClr val="B7DDE8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701" y="2086661"/>
            <a:ext cx="261518" cy="26151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35508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validada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se faltar algum arquivo do debug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5715000" y="2834640"/>
            <a:ext cx="502920" cy="502920"/>
          </a:xfrm>
          <a:prstGeom prst="ellipse">
            <a:avLst/>
          </a:prstGeom>
          <a:solidFill>
            <a:srgbClr val="B7DDE8"/>
          </a:solidFill>
          <a:ln w="12700">
            <a:solidFill>
              <a:srgbClr val="B7DDE8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701" y="2955341"/>
            <a:ext cx="261518" cy="26151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355080" y="2788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 ao vivo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visões gerais acompanham a simulação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5715000" y="3703320"/>
            <a:ext cx="502920" cy="502920"/>
          </a:xfrm>
          <a:prstGeom prst="ellipse">
            <a:avLst/>
          </a:prstGeom>
          <a:solidFill>
            <a:srgbClr val="B7DDE8"/>
          </a:solidFill>
          <a:ln w="12700">
            <a:solidFill>
              <a:srgbClr val="B7DDE8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701" y="3824021"/>
            <a:ext cx="261518" cy="26151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355080" y="36576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Executável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pelo PyInstaller, sem instalar Python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 do original corrigidos na refatoração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25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Caminhos nunca apagados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setas vermelhas se acumulavam por um erro na lista de pacotes em trânsito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3716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325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da porta WEST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0 era tratada como canal 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37160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1325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fixo em 10 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9202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tempo em ms ignorava o clock_period_ns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15468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preso no fim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703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continuava em loop após o último pacote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4612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315468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97764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Deloream perdia "_"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703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valor_de_x virava valordex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29260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315468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6364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31089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do Deloream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63640" y="37033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fechava o debugger inteiro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da v0.1.0-alpha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657600"/>
          </a:xfrm>
          <a:prstGeom prst="roundRect">
            <a:avLst>
              <a:gd name="adj" fmla="val 2000"/>
            </a:avLst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refatorados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3611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debug (New Debugging)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Simulação: passo, play, velocidade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e Reset Simulation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Graphical Path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Overview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Mapping Overview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Log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List e Services List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Deloream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escuro e executável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977640" cy="3657600"/>
          </a:xfrm>
          <a:prstGeom prst="roundRect">
            <a:avLst>
              <a:gd name="adj" fmla="val 2000"/>
            </a:avLst>
          </a:prstGeom>
          <a:solidFill>
            <a:srgbClr val="FDF1E2"/>
          </a:solidFill>
          <a:ln w="12700">
            <a:solidFill>
              <a:srgbClr val="FDF1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188720"/>
            <a:ext cx="502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1887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faltam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965960"/>
            <a:ext cx="3611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serviços e PEs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ao clicar em um roteador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Setup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Open / Delete Project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Help: About e Packet Format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para Windows e macOS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7498080" cy="0"/>
          </a:xfrm>
          <a:prstGeom prst="line">
            <a:avLst/>
          </a:prstGeom>
          <a:noFill/>
          <a:ln w="38100">
            <a:solidFill>
              <a:srgbClr val="B7DD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E639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Estabilizar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2316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commitar todos os módulos e publicar builds de Linux e Windows no CI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697480" y="1371600"/>
            <a:ext cx="457200" cy="457200"/>
          </a:xfrm>
          <a:prstGeom prst="ellipse">
            <a:avLst/>
          </a:prstGeom>
          <a:solidFill>
            <a:srgbClr val="2E6F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Filtros e detalhes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42316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and PE Filter e janela de informações do roteador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800600" y="1371600"/>
            <a:ext cx="457200" cy="457200"/>
          </a:xfrm>
          <a:prstGeom prst="ellipse">
            <a:avLst/>
          </a:prstGeom>
          <a:solidFill>
            <a:srgbClr val="2E6F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42316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Setup e Save / Open / Delete Project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457200" cy="457200"/>
          </a:xfrm>
          <a:prstGeom prst="ellipse">
            <a:avLst/>
          </a:prstGeom>
          <a:solidFill>
            <a:srgbClr val="2E6F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011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42316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Help, testes com mais cenários e retorno dos usuários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6F9"/>
          </a:solidFill>
          <a:ln w="12700">
            <a:solidFill>
              <a:srgbClr val="EEF6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7490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 à versão beta com todas as funcionalidades do debugger original portadas.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completa em documentation/implementacoes.md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experimentar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53312"/>
            <a:ext cx="329184" cy="329184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258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Executável (Linux)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baixe a release v0.1.0-alpha, extraia e rode ./MemphisVDebugger/MemphisVDebugger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67712"/>
            <a:ext cx="329184" cy="329184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2402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código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sync  e  uv run main.py  (Python 3.14+)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329184" cy="329184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1546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teste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New Debugging → pasta debug/ do DEBUG EXAMPLE.zip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0" y="1325880"/>
            <a:ext cx="2834640" cy="2377440"/>
          </a:xfrm>
          <a:prstGeom prst="roundRect">
            <a:avLst>
              <a:gd name="adj" fmla="val 3846"/>
            </a:avLst>
          </a:prstGeom>
          <a:solidFill>
            <a:srgbClr val="B7DDE8"/>
          </a:solidFill>
          <a:ln w="12700">
            <a:solidFill>
              <a:srgbClr val="B7DD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132588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2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30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4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Memphis-V Graphical Debugger — Refatoração para Python</dc:title>
  <dc:subject>PptxGenJS Presentation</dc:subject>
  <dc:creator>DrakRosmann</dc:creator>
  <cp:lastModifiedBy>DrakRosmann</cp:lastModifiedBy>
  <cp:revision>1</cp:revision>
  <dcterms:created xsi:type="dcterms:W3CDTF">2026-09-25T11:24:34Z</dcterms:created>
  <dcterms:modified xsi:type="dcterms:W3CDTF">2026-09-25T11:24:34Z</dcterms:modified>
</cp:coreProperties>
</file>